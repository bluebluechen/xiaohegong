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000" y="936000"/>
            <a:ext cx="5759999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spc="3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首站</a:t>
            </a:r>
            <a:r>
              <a:rPr sz="900" b="0" spc="32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　北京清河　│　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60000"/>
            <a:ext cx="936000" cy="18000"/>
          </a:xfrm>
          <a:prstGeom prst="rect">
            <a:avLst/>
          </a:prstGeom>
          <a:solidFill>
            <a:srgbClr val="2F64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9999" y="1512000"/>
            <a:ext cx="9792000" cy="20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0" b="0" spc="15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小小河工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068000"/>
            <a:ext cx="8640000" cy="35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spc="42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AI+ 公民河流教育计划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0368000"/>
            <a:ext cx="9180000" cy="12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3000" b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一条河不需要更多赞美。</a:t>
            </a:r>
          </a:p>
          <a:p>
            <a:pPr algn="l">
              <a:lnSpc>
                <a:spcPct val="142000"/>
              </a:lnSpc>
            </a:pPr>
            <a:r>
              <a:rPr sz="3000" b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它需要更多记录。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2168000"/>
            <a:ext cx="918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spc="12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23.6 公里　·　十座水闸　·　四条支流　·　沿岸九十余种鸟类</a:t>
            </a:r>
          </a:p>
        </p:txBody>
      </p:sp>
      <p:pic>
        <p:nvPicPr>
          <p:cNvPr id="9" name="Picture 8" descr="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000" y="12096000"/>
            <a:ext cx="1152000" cy="115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44000" y="13464000"/>
            <a:ext cx="1656000" cy="17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spc="100">
                <a:solidFill>
                  <a:srgbClr val="9FC0C6"/>
                </a:solidFill>
                <a:latin typeface="PingFang SC"/>
                <a:ea typeface="PingFang SC"/>
                <a:cs typeface="PingFang SC"/>
              </a:rPr>
              <a:t>扫码开始巡河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14328000"/>
            <a:ext cx="9108000" cy="14400"/>
          </a:xfrm>
          <a:prstGeom prst="rect">
            <a:avLst/>
          </a:prstGeom>
          <a:solidFill>
            <a:srgbClr val="1F52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1450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spc="80">
                <a:solidFill>
                  <a:srgbClr val="5E8C8E"/>
                </a:solidFill>
                <a:latin typeface="PingFang SC"/>
                <a:ea typeface="PingFang SC"/>
                <a:cs typeface="PingFang SC"/>
              </a:rPr>
              <a:t>以河为目标　·　孩子是参与者　·　记录是产品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0000" y="145080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50" b="0" spc="140">
                <a:solidFill>
                  <a:srgbClr val="4E7C82"/>
                </a:solidFill>
                <a:latin typeface="PingFang SC"/>
                <a:ea typeface="PingFang SC"/>
                <a:cs typeface="PingFang SC"/>
              </a:rPr>
              <a:t>AI+ Civic River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